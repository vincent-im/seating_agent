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9AAD4-3287-B6D8-973A-38409A95B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EB199B-2F3F-7C31-0D6B-A7A3342E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EC230-B8AE-CDD7-5211-706D76E6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B53941-3E6F-AD01-EA40-8A6AF471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83174-BB8F-9DA2-364A-474F84A8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08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BD346-6C5F-9E06-A3C6-AB8740D3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846DB-35DC-4232-6075-4E5404B2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0A112-7B80-9A0C-542B-916AEFD0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2B49B0-80C7-1BD4-7BB2-A0B60E94E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D91C2D-309C-6D8C-22FE-7B43CA4B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17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F7D5B-7F87-88E9-BC5B-4036EFD7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91963-E058-1C62-03DC-A1D3B81C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0CE371-662C-5135-514D-E0971E75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AF6AF-7CCF-F28A-4195-3AD02A06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BAA3A-3460-0BFB-5A1E-DF2CF817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74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AE51B-807A-8EFB-7204-62C2B740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F3CE4-C07C-402E-6ED3-11A9B897F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DAA2E-4F55-142B-E61C-49DD23477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B5BF4D-4E6E-6585-1F5E-C5EBB035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407AB0-29BD-8059-7C77-4C972F19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3F2B99-FFDB-A7D3-339D-9848BCCD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82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618CD-DF30-0621-E1BD-3CAF7328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412F5-3910-5EEA-1A8B-0D7766839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BD9E75-519B-5BEB-9569-10BBC852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9D0C6D-4098-477D-7018-D1041F813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C10DE3-096B-8EE4-8133-25C161A85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E4943A-8398-9019-53C6-A02985EC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6CAA72-7210-33D1-27AA-F01F7F41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4B-6A72-39A5-2710-A562EC12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88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18CD2-9CDF-3AD9-E565-94C47FBD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696129-B8B3-252D-C5DC-2BAA2D71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29CE48-229A-1E92-9942-172B50A7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80CCEB-6B30-DC22-436A-F77623B5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51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9F308C-4F41-0C2A-4259-D20DFAE6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17DE80-CA98-5675-0F33-7D490972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02528-7776-84CE-65C8-28A8FE95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65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8E69D-058A-9BE8-E7D7-1EEE7D915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9DD7F8-D53A-11C6-7B12-7087DBD7B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EC801-DF54-2DF7-D236-F7442CE5D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CCE8EB-410B-18BF-C129-4618548A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BA9225-0A47-AA79-FB8B-4049CB6E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EEA2B7-0A2A-8EF7-57CF-866EE1E8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15B5C-85D7-6C36-DC04-4F3CF339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F3E4A8-3E66-9D5F-4C7B-BEBE0C45E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8EA7E4-972C-0715-B920-CC67FD445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173198-1E7A-1B7D-2E0F-AFD94D91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C55C34-7F6E-83B9-4FFD-2C3F280B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A1104F-F9FD-3C19-8125-33E5A530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8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D2F7-3FBA-0ABE-1D36-C9EBB20D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FF4347-E1EB-B450-8DA3-26126A98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82B84-D23C-F08C-1027-09849B5B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AD2C2-7F50-5233-A2FB-CABC9D03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002ABB-5CC4-9186-16D7-ACACB312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46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243CF6-374E-6B76-2872-68FF875D8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14C93-927C-A569-A10C-3DA4A676A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D6D8A-273F-2C3A-6767-BFF5E279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9A27D-5BA4-4A0A-2F55-5EF621C5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049A0C-27DC-4F61-8181-E4ECE57A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94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270014-73D4-742B-C008-859550AB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515B56-CF1B-D57A-7AA7-48B2D18CE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39E09-B561-5B90-B90B-3B54586A3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4FBD5-9F1D-4684-B5AB-36764E3D66A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1B2E8F-1237-0241-D98E-6C3393E33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03ECD-558A-A002-E3FA-8CAD1BE83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4BD71-B7FA-48DA-8E15-98911E4F0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6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60AC434-EF7D-2AA6-86A6-6A4609D4BED1}"/>
              </a:ext>
            </a:extLst>
          </p:cNvPr>
          <p:cNvSpPr/>
          <p:nvPr/>
        </p:nvSpPr>
        <p:spPr>
          <a:xfrm>
            <a:off x="84841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3C0B3-B21D-41ED-7407-00799EC1D29C}"/>
              </a:ext>
            </a:extLst>
          </p:cNvPr>
          <p:cNvSpPr/>
          <p:nvPr/>
        </p:nvSpPr>
        <p:spPr>
          <a:xfrm>
            <a:off x="246841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6CF8CE-2381-7709-1425-BBE98D531689}"/>
              </a:ext>
            </a:extLst>
          </p:cNvPr>
          <p:cNvSpPr/>
          <p:nvPr/>
        </p:nvSpPr>
        <p:spPr>
          <a:xfrm>
            <a:off x="408841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AB82DC-01E9-4BFE-0098-7E276CA7183E}"/>
              </a:ext>
            </a:extLst>
          </p:cNvPr>
          <p:cNvSpPr/>
          <p:nvPr/>
        </p:nvSpPr>
        <p:spPr>
          <a:xfrm>
            <a:off x="643065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67807D-789E-B75C-EF60-C89FC4FCE98E}"/>
              </a:ext>
            </a:extLst>
          </p:cNvPr>
          <p:cNvSpPr/>
          <p:nvPr/>
        </p:nvSpPr>
        <p:spPr>
          <a:xfrm>
            <a:off x="805065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49EF62-0465-263F-4721-29A7E71A83C0}"/>
              </a:ext>
            </a:extLst>
          </p:cNvPr>
          <p:cNvSpPr/>
          <p:nvPr/>
        </p:nvSpPr>
        <p:spPr>
          <a:xfrm>
            <a:off x="9670653" y="1140643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037EA1-831F-4637-ADF2-83C20F67198F}"/>
              </a:ext>
            </a:extLst>
          </p:cNvPr>
          <p:cNvSpPr/>
          <p:nvPr/>
        </p:nvSpPr>
        <p:spPr>
          <a:xfrm>
            <a:off x="2468413" y="281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C6ED3A-F8C8-83DE-8A63-C27BEDD1EF49}"/>
              </a:ext>
            </a:extLst>
          </p:cNvPr>
          <p:cNvSpPr/>
          <p:nvPr/>
        </p:nvSpPr>
        <p:spPr>
          <a:xfrm>
            <a:off x="4088413" y="281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A260ED-A129-4CCC-C763-DAC0B694E995}"/>
              </a:ext>
            </a:extLst>
          </p:cNvPr>
          <p:cNvSpPr/>
          <p:nvPr/>
        </p:nvSpPr>
        <p:spPr>
          <a:xfrm>
            <a:off x="6430653" y="281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F0E73C-A0A4-6AF3-D144-E67A13689C44}"/>
              </a:ext>
            </a:extLst>
          </p:cNvPr>
          <p:cNvSpPr/>
          <p:nvPr/>
        </p:nvSpPr>
        <p:spPr>
          <a:xfrm>
            <a:off x="8050653" y="281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J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727E9F-F116-2627-44BE-9BA94CF64726}"/>
              </a:ext>
            </a:extLst>
          </p:cNvPr>
          <p:cNvSpPr/>
          <p:nvPr/>
        </p:nvSpPr>
        <p:spPr>
          <a:xfrm>
            <a:off x="9670653" y="281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B4FA31-03AA-8D0F-5DCC-B31C5FB42C11}"/>
              </a:ext>
            </a:extLst>
          </p:cNvPr>
          <p:cNvSpPr/>
          <p:nvPr/>
        </p:nvSpPr>
        <p:spPr>
          <a:xfrm>
            <a:off x="84841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D90C49-FFB0-21B0-149A-42F693FFB3D7}"/>
              </a:ext>
            </a:extLst>
          </p:cNvPr>
          <p:cNvSpPr/>
          <p:nvPr/>
        </p:nvSpPr>
        <p:spPr>
          <a:xfrm>
            <a:off x="246841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77F007-E443-5CF4-00AC-7FEB4B725BCB}"/>
              </a:ext>
            </a:extLst>
          </p:cNvPr>
          <p:cNvSpPr/>
          <p:nvPr/>
        </p:nvSpPr>
        <p:spPr>
          <a:xfrm>
            <a:off x="408841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02E628-9E4C-868E-AA9B-8A4162A34D11}"/>
              </a:ext>
            </a:extLst>
          </p:cNvPr>
          <p:cNvSpPr/>
          <p:nvPr/>
        </p:nvSpPr>
        <p:spPr>
          <a:xfrm>
            <a:off x="643065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D0E44F-8F75-9753-9960-8997FDE6D178}"/>
              </a:ext>
            </a:extLst>
          </p:cNvPr>
          <p:cNvSpPr/>
          <p:nvPr/>
        </p:nvSpPr>
        <p:spPr>
          <a:xfrm>
            <a:off x="805065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7FAFE4-2897-5C4D-94FC-6005D7A9F354}"/>
              </a:ext>
            </a:extLst>
          </p:cNvPr>
          <p:cNvSpPr/>
          <p:nvPr/>
        </p:nvSpPr>
        <p:spPr>
          <a:xfrm>
            <a:off x="9670653" y="3537828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DD3CEF0-6CA7-7DE1-0CD8-0502D111582F}"/>
              </a:ext>
            </a:extLst>
          </p:cNvPr>
          <p:cNvSpPr/>
          <p:nvPr/>
        </p:nvSpPr>
        <p:spPr>
          <a:xfrm>
            <a:off x="84841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04FA59-4DE9-9F10-2557-5983ADF938BE}"/>
              </a:ext>
            </a:extLst>
          </p:cNvPr>
          <p:cNvSpPr/>
          <p:nvPr/>
        </p:nvSpPr>
        <p:spPr>
          <a:xfrm>
            <a:off x="246841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FA0505-7C30-679D-B7A0-BF9E03227DEF}"/>
              </a:ext>
            </a:extLst>
          </p:cNvPr>
          <p:cNvSpPr/>
          <p:nvPr/>
        </p:nvSpPr>
        <p:spPr>
          <a:xfrm>
            <a:off x="408841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9B0B66-F791-8F04-7A17-EEBE5482455C}"/>
              </a:ext>
            </a:extLst>
          </p:cNvPr>
          <p:cNvSpPr/>
          <p:nvPr/>
        </p:nvSpPr>
        <p:spPr>
          <a:xfrm>
            <a:off x="643065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93F83E-6F81-452A-6017-0B816C981BB3}"/>
              </a:ext>
            </a:extLst>
          </p:cNvPr>
          <p:cNvSpPr/>
          <p:nvPr/>
        </p:nvSpPr>
        <p:spPr>
          <a:xfrm>
            <a:off x="805065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0CB3FC-46D8-F4E4-AB1D-3CA4A2515C41}"/>
              </a:ext>
            </a:extLst>
          </p:cNvPr>
          <p:cNvSpPr/>
          <p:nvPr/>
        </p:nvSpPr>
        <p:spPr>
          <a:xfrm>
            <a:off x="9670653" y="5189089"/>
            <a:ext cx="162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165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임정빈님/Ad&amp;New솔루션팀</dc:creator>
  <cp:lastModifiedBy>임정빈님/Ad&amp;New솔루션팀</cp:lastModifiedBy>
  <cp:revision>1</cp:revision>
  <dcterms:created xsi:type="dcterms:W3CDTF">2026-06-09T07:05:35Z</dcterms:created>
  <dcterms:modified xsi:type="dcterms:W3CDTF">2026-06-09T07:08:18Z</dcterms:modified>
</cp:coreProperties>
</file>